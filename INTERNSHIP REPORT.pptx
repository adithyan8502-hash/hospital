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8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6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4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7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7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1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2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5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7308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93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98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2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68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0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5EE29-659C-4780-8B3F-B3F3956D9345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70233-A66C-4129-81F5-B28C58C4B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036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A9E-2F62-E698-4D51-BD4710F3F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89166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INTERNSHIP</a:t>
            </a:r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REPORT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25ECD-D8B5-33C1-F85F-8C71BAE47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294020"/>
            <a:ext cx="9448800" cy="456398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QUALITY LINE OPERATIONS</a:t>
            </a:r>
          </a:p>
          <a:p>
            <a:pPr algn="ctr"/>
            <a:br>
              <a:rPr lang="en-US" dirty="0"/>
            </a:br>
            <a:r>
              <a:rPr lang="en-US" b="1" dirty="0" err="1"/>
              <a:t>Technico</a:t>
            </a:r>
            <a:r>
              <a:rPr lang="en-US" b="1" dirty="0"/>
              <a:t> Industrial Limited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dirty="0"/>
              <a:t>Submitted by:</a:t>
            </a:r>
          </a:p>
          <a:p>
            <a:r>
              <a:rPr lang="en-US" b="1" dirty="0">
                <a:solidFill>
                  <a:srgbClr val="FF0000"/>
                </a:solidFill>
              </a:rPr>
              <a:t>Akshay H J</a:t>
            </a:r>
          </a:p>
          <a:p>
            <a:r>
              <a:rPr lang="en-US" b="1" dirty="0"/>
              <a:t>Reg No </a:t>
            </a:r>
            <a:r>
              <a:rPr lang="en-US" dirty="0">
                <a:highlight>
                  <a:srgbClr val="000000"/>
                </a:highlight>
              </a:rPr>
              <a:t>: </a:t>
            </a:r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</a:rPr>
              <a:t>139AT23003</a:t>
            </a:r>
          </a:p>
          <a:p>
            <a:r>
              <a:rPr lang="en-US" b="1" dirty="0"/>
              <a:t>Department</a:t>
            </a:r>
            <a:r>
              <a:rPr lang="en-US" dirty="0"/>
              <a:t> : </a:t>
            </a:r>
            <a:r>
              <a:rPr lang="en-US" dirty="0">
                <a:solidFill>
                  <a:srgbClr val="0070C0"/>
                </a:solidFill>
              </a:rPr>
              <a:t>Quality</a:t>
            </a:r>
          </a:p>
        </p:txBody>
      </p:sp>
    </p:spTree>
    <p:extLst>
      <p:ext uri="{BB962C8B-B14F-4D97-AF65-F5344CB8AC3E}">
        <p14:creationId xmlns:p14="http://schemas.microsoft.com/office/powerpoint/2010/main" val="426752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61F2-9D9E-8BC5-BF68-62F79C94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348" y="764373"/>
            <a:ext cx="7571874" cy="1293028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Core training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E2CB2-11E6-B7F6-9901-4D6E8ADD5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•  Bridging Theory &amp; Practice</a:t>
            </a:r>
            <a:r>
              <a:rPr lang="en-US" dirty="0"/>
              <a:t>: Applying academic concepts to high-stakes industrial environments.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Technical Mastery</a:t>
            </a:r>
            <a:r>
              <a:rPr lang="en-US" dirty="0"/>
              <a:t>: Inspection of automotive door hinge assemblies</a:t>
            </a:r>
          </a:p>
          <a:p>
            <a:pPr marL="0" indent="0">
              <a:buNone/>
            </a:pPr>
            <a:r>
              <a:rPr lang="en-US" b="1" dirty="0"/>
              <a:t>• Operational Excellence</a:t>
            </a:r>
            <a:r>
              <a:rPr lang="en-US" dirty="0"/>
              <a:t>: Implementing 5S methodology to optimize            efficiency.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Zero-Defect Culture</a:t>
            </a:r>
            <a:r>
              <a:rPr lang="en-US" dirty="0"/>
              <a:t>: Accurate identification and segregation of "Not Good" (NG) parts. </a:t>
            </a:r>
          </a:p>
        </p:txBody>
      </p:sp>
    </p:spTree>
    <p:extLst>
      <p:ext uri="{BB962C8B-B14F-4D97-AF65-F5344CB8AC3E}">
        <p14:creationId xmlns:p14="http://schemas.microsoft.com/office/powerpoint/2010/main" val="679330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A5A9-3C18-8544-E79F-E7DE33A68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475615"/>
            <a:ext cx="8610600" cy="1293028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Workplace organization (5s)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4FD3-7316-C253-8972-1803AE28D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Sort (</a:t>
            </a:r>
            <a:r>
              <a:rPr lang="en-US" b="1" dirty="0" err="1"/>
              <a:t>Seiri</a:t>
            </a:r>
            <a:r>
              <a:rPr lang="en-US" b="1" dirty="0"/>
              <a:t>)</a:t>
            </a:r>
            <a:r>
              <a:rPr lang="en-US" dirty="0"/>
              <a:t>: Removed non-essential items.</a:t>
            </a:r>
          </a:p>
          <a:p>
            <a:r>
              <a:rPr lang="en-US" b="1" dirty="0"/>
              <a:t>Set in Order (</a:t>
            </a:r>
            <a:r>
              <a:rPr lang="en-US" b="1" dirty="0" err="1"/>
              <a:t>Seiton</a:t>
            </a:r>
            <a:r>
              <a:rPr lang="en-US" b="1" dirty="0"/>
              <a:t>)</a:t>
            </a:r>
            <a:r>
              <a:rPr lang="en-US" dirty="0"/>
              <a:t>: Ergonomic gauge placement</a:t>
            </a:r>
          </a:p>
          <a:p>
            <a:r>
              <a:rPr lang="en-US" b="1" dirty="0"/>
              <a:t>Shine (</a:t>
            </a:r>
            <a:r>
              <a:rPr lang="en-US" b="1" dirty="0" err="1"/>
              <a:t>Seiso</a:t>
            </a:r>
            <a:r>
              <a:rPr lang="en-US" b="1" dirty="0"/>
              <a:t>)</a:t>
            </a:r>
            <a:r>
              <a:rPr lang="en-US" dirty="0"/>
              <a:t>: Daily station cleaning</a:t>
            </a:r>
          </a:p>
          <a:p>
            <a:r>
              <a:rPr lang="en-US" b="1" dirty="0"/>
              <a:t>Standardize (</a:t>
            </a:r>
            <a:r>
              <a:rPr lang="en-US" b="1" dirty="0" err="1"/>
              <a:t>Seiketsu</a:t>
            </a:r>
            <a:r>
              <a:rPr lang="en-US" b="1" dirty="0"/>
              <a:t>)</a:t>
            </a:r>
            <a:r>
              <a:rPr lang="en-US" dirty="0"/>
              <a:t>: PAB sheet reporting</a:t>
            </a:r>
          </a:p>
          <a:p>
            <a:r>
              <a:rPr lang="en-US" b="1" dirty="0"/>
              <a:t>Sustain (</a:t>
            </a:r>
            <a:r>
              <a:rPr lang="en-US" b="1" dirty="0" err="1"/>
              <a:t>Shitsuke</a:t>
            </a:r>
            <a:r>
              <a:rPr lang="en-US" b="1" dirty="0"/>
              <a:t>)</a:t>
            </a:r>
            <a:r>
              <a:rPr lang="en-US" dirty="0"/>
              <a:t>: Self-audit discipline</a:t>
            </a:r>
          </a:p>
        </p:txBody>
      </p:sp>
    </p:spTree>
    <p:extLst>
      <p:ext uri="{BB962C8B-B14F-4D97-AF65-F5344CB8AC3E}">
        <p14:creationId xmlns:p14="http://schemas.microsoft.com/office/powerpoint/2010/main" val="325089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95A0-2A5E-7747-6013-F32A98567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190" y="619994"/>
            <a:ext cx="8610600" cy="1293028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Industrial safety &amp; pap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F097E-3C01-084A-28C6-FA2CF021A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38939"/>
            <a:ext cx="10820400" cy="4024125"/>
          </a:xfrm>
        </p:spPr>
        <p:txBody>
          <a:bodyPr/>
          <a:lstStyle/>
          <a:p>
            <a:r>
              <a:rPr lang="en-US" dirty="0"/>
              <a:t>Safety First Culture: Attended 6:00 AM daily hazard spotting briefings</a:t>
            </a:r>
          </a:p>
          <a:p>
            <a:r>
              <a:rPr lang="en-US" dirty="0"/>
              <a:t>Cut-Resistant Gloves: Specialized high-grip protection for oily/sharp metal surfaces.</a:t>
            </a:r>
          </a:p>
          <a:p>
            <a:r>
              <a:rPr lang="en-US" dirty="0"/>
              <a:t>Steel-Toe Boots: Mandatory for heavy component assembly areas</a:t>
            </a:r>
          </a:p>
          <a:p>
            <a:r>
              <a:rPr lang="en-US" dirty="0"/>
              <a:t>Standard Compliance: 100% adherence to </a:t>
            </a:r>
            <a:r>
              <a:rPr lang="en-US" dirty="0" err="1"/>
              <a:t>Technico</a:t>
            </a:r>
            <a:r>
              <a:rPr lang="en-US" dirty="0"/>
              <a:t> safety protocols</a:t>
            </a:r>
          </a:p>
        </p:txBody>
      </p:sp>
    </p:spTree>
    <p:extLst>
      <p:ext uri="{BB962C8B-B14F-4D97-AF65-F5344CB8AC3E}">
        <p14:creationId xmlns:p14="http://schemas.microsoft.com/office/powerpoint/2010/main" val="67561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E214-CA85-2135-31D2-0F5DA2CE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37" y="764373"/>
            <a:ext cx="11377863" cy="1293028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Technical analysis  : hinge assemblies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AB5E-06CC-BE1B-8DF1-68BA04CB3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Assembly Depth</a:t>
            </a:r>
            <a:r>
              <a:rPr lang="en-US" dirty="0"/>
              <a:t>: Managed 12 unique parts per assembly</a:t>
            </a:r>
          </a:p>
          <a:p>
            <a:r>
              <a:rPr lang="en-US" b="1" dirty="0"/>
              <a:t>Alignment</a:t>
            </a:r>
            <a:r>
              <a:rPr lang="en-US" dirty="0"/>
              <a:t>: Male/Female slot and hole synchronization.</a:t>
            </a:r>
          </a:p>
          <a:p>
            <a:r>
              <a:rPr lang="en-US" b="1" dirty="0"/>
              <a:t>Mechanical Resistance</a:t>
            </a:r>
            <a:r>
              <a:rPr lang="en-US" dirty="0"/>
              <a:t>: Verifying Rivet and Pin "moment.“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10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7E20-6D17-E6B8-6233-2F90EBAB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084" y="764373"/>
            <a:ext cx="9950116" cy="1293028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Workflow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6FE27-0630-1A56-3946-A82F3BFE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Production Target</a:t>
            </a:r>
            <a:r>
              <a:rPr lang="en-US" dirty="0"/>
              <a:t>: Achieved and maintained 190 parts per hour.</a:t>
            </a:r>
          </a:p>
          <a:p>
            <a:r>
              <a:rPr lang="en-US" b="1" dirty="0"/>
              <a:t>NG Management</a:t>
            </a:r>
            <a:r>
              <a:rPr lang="en-US" dirty="0"/>
              <a:t>: Systematic marking with purple ink and digital logging</a:t>
            </a:r>
          </a:p>
          <a:p>
            <a:r>
              <a:rPr lang="en-US" b="1" dirty="0"/>
              <a:t>PAB Reporting</a:t>
            </a:r>
            <a:r>
              <a:rPr lang="en-US" dirty="0"/>
              <a:t>: Real-time tracking of "Total Checked" vs. "Total OK.“</a:t>
            </a:r>
          </a:p>
          <a:p>
            <a:r>
              <a:rPr lang="en-US" b="1" dirty="0"/>
              <a:t>Quality Assurance</a:t>
            </a:r>
            <a:r>
              <a:rPr lang="en-US" dirty="0"/>
              <a:t>: Guaranteed zero-defect delivery to the assembly line</a:t>
            </a:r>
          </a:p>
        </p:txBody>
      </p:sp>
    </p:spTree>
    <p:extLst>
      <p:ext uri="{BB962C8B-B14F-4D97-AF65-F5344CB8AC3E}">
        <p14:creationId xmlns:p14="http://schemas.microsoft.com/office/powerpoint/2010/main" val="3164276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7869DC-3526-86C8-C9BB-0C4E4D51D044}"/>
              </a:ext>
            </a:extLst>
          </p:cNvPr>
          <p:cNvSpPr txBox="1"/>
          <p:nvPr/>
        </p:nvSpPr>
        <p:spPr>
          <a:xfrm>
            <a:off x="1235242" y="2465551"/>
            <a:ext cx="9400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7250239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25</TotalTime>
  <Words>255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Arial</vt:lpstr>
      <vt:lpstr>Arial Black</vt:lpstr>
      <vt:lpstr>Century Gothic</vt:lpstr>
      <vt:lpstr>Vapor Trail</vt:lpstr>
      <vt:lpstr>INTERNSHIP REPORT </vt:lpstr>
      <vt:lpstr>Core training objectives</vt:lpstr>
      <vt:lpstr>Workplace organization (5s)</vt:lpstr>
      <vt:lpstr>Industrial safety &amp; pap</vt:lpstr>
      <vt:lpstr>Technical analysis  : hinge assemblies</vt:lpstr>
      <vt:lpstr>Workflow &amp; Performance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 N</dc:creator>
  <cp:lastModifiedBy>Adithya N</cp:lastModifiedBy>
  <cp:revision>1</cp:revision>
  <dcterms:created xsi:type="dcterms:W3CDTF">2026-06-04T14:39:49Z</dcterms:created>
  <dcterms:modified xsi:type="dcterms:W3CDTF">2026-06-04T15:05:46Z</dcterms:modified>
</cp:coreProperties>
</file>